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SPAM MESSAGE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1E68B1"/>
                </a:solidFill>
                <a:latin typeface="Aptos"/>
              </a:defRPr>
            </a:pPr>
            <a:r>
              <a:t>Using Strings, Regular Expressions &amp; File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366F"/>
                </a:solidFill>
                <a:latin typeface="Aptos"/>
              </a:defRPr>
            </a:pPr>
            <a:r>
              <a:t>PYTHON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1005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D5E"/>
                </a:solidFill>
                <a:latin typeface="Aptos"/>
              </a:defRPr>
            </a:pPr>
            <a:r>
              <a:t>Submitted by: [Your Name]     Enrollment No: [Your Number]</a:t>
            </a:r>
          </a:p>
          <a:p>
            <a:pPr>
              <a:spcAft>
                <a:spcPts val="1200"/>
              </a:spcAft>
              <a:defRPr sz="1800" b="0">
                <a:solidFill>
                  <a:srgbClr val="414D5E"/>
                </a:solidFill>
                <a:latin typeface="Aptos"/>
              </a:defRPr>
            </a:pPr>
            <a:r>
              <a:t>Department: Information Technology     Guided by: [Faculty Name]</a:t>
            </a:r>
          </a:p>
        </p:txBody>
      </p:sp>
      <p:pic>
        <p:nvPicPr>
          <p:cNvPr id="9" name="Picture 8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0" name="Picture 9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Spam messages are unwanted or misleading messages.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They often contain fake prizes, promotional offers and suspicious links.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This project checks messages against predefined keywords.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It classifies input as SPAM or NOT SPAM.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Problem Statement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100584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Unwanted messages may be misleading and difficult to review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0584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Check suspicious keywords using Regex, classify the message and save the result.</a:t>
            </a:r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Detect potentially unwanted messages using Python.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Apply string processing and regular expressions.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Build a simple menu-driven program.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•  Save and view detection history using text files.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Python — core programming language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Strings — lowercase conversion and message processing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Regex (re) — matching whole words and phrases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File Handling — saving results to history.txt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Python IDLE — running and testing the program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313432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345436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798064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830068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LOWERCASE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82696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314700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REGEX KEYWORD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767328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799332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CALCULATE SPAM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251960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283964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SPAM / NOT SPAM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736592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768596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SAVE TO history.txt</a:t>
            </a:r>
          </a:p>
        </p:txBody>
      </p:sp>
      <p:pic>
        <p:nvPicPr>
          <p:cNvPr id="18" name="Picture 17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How the Detector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Accept a message from the user.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Convert it into lowercase for consistent matching.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Check predefined spam keywords using Regex.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Add 1 point for each matching keyword.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Score ≥ 2: SPAM; otherwise: NOT SPAM.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 Append the message and result to history.txt.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Important Code: Detection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10058400" cy="3337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def check_spam(message):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message = message.lower()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score = 0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for word in spam_words: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    pattern = r"\b" + re.escape(word) + r"\b"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    if re.search(pattern, message):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        score += 1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return "SPAM" if score &gt;= 2 else "NOT SPAM"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1371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with open("history.txt", "a", encoding="utf-8") as file: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t>    file.write(msg + " -&gt; " + result + "\n")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143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Append mode (a) preserves previous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 Users can view earlier detection results through the menu.</a:t>
            </a:r>
          </a:p>
        </p:txBody>
      </p:sp>
      <p:pic>
        <p:nvPicPr>
          <p:cNvPr id="8" name="Picture 7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9" name="Picture 8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Sample Input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INPUT: Congratulations! Win a free prize.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23160"/>
            <a:ext cx="18288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52A2A"/>
                </a:solidFill>
                <a:latin typeface="Aptos"/>
              </a:defRPr>
            </a:pPr>
            <a:r>
              <a:t>SPAM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INPUT: Hello, how are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383280"/>
            <a:ext cx="18288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874B"/>
                </a:solidFill>
                <a:latin typeface="Aptos"/>
              </a:defRPr>
            </a:pPr>
            <a:r>
              <a:t>NOT 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INPUT: Click here to claim 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343400"/>
            <a:ext cx="18288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52A2A"/>
                </a:solidFill>
                <a:latin typeface="Aptos"/>
              </a:defRPr>
            </a:pPr>
            <a:r>
              <a:t>SPAM</a:t>
            </a:r>
          </a:p>
        </p:txBody>
      </p:sp>
      <p:pic>
        <p:nvPicPr>
          <p:cNvPr id="12" name="Picture 11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E68B1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1"/>
            <a:ext cx="5029200" cy="2377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Easy to use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Fast rule-based checks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No external libraries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Saves detection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5720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E68B1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99231"/>
            <a:ext cx="5029200" cy="2377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Limited keyword list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Does not understand context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Possible false classifications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• No machine learning</a:t>
            </a:r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33272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t>Python strings, Regex and file handling work together to flag potentially unwanted messages.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00584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67912"/>
            <a:ext cx="10058400" cy="1234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Add machine learning and a larger keyword database.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Create a graphical user interface.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t>• Extend support to email and SMS messages.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366F"/>
                </a:solidFill>
                <a:latin typeface="Aptos"/>
              </a:defRPr>
            </a:pPr>
            <a:r>
              <a:t>THANK YOU  •  QUESTIONS?</a:t>
            </a:r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4592"/>
            <a:ext cx="885895" cy="804672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